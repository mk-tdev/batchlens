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0"/>
      <p:bold r:id="rId21"/>
    </p:embeddedFont>
    <p:embeddedFont>
      <p:font typeface="Google Sans Flex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GoogleSansFlexMedium-regular.fntdata"/><Relationship Id="rId11" Type="http://schemas.openxmlformats.org/officeDocument/2006/relationships/slide" Target="slides/slide6.xml"/><Relationship Id="rId22" Type="http://schemas.openxmlformats.org/officeDocument/2006/relationships/font" Target="fonts/GoogleSansFlex-regular.fntdata"/><Relationship Id="rId10" Type="http://schemas.openxmlformats.org/officeDocument/2006/relationships/slide" Target="slides/slide5.xml"/><Relationship Id="rId21" Type="http://schemas.openxmlformats.org/officeDocument/2006/relationships/font" Target="fonts/GoogleSansFlexMedium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GoogleSansFlex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 PixelTrendAnalytics. Team leader: Muthukumar Arunachalam. BatchLens is a manufacturing quality investigation prototype. The Northstar case is synthetic. The first and last slides retain the organizer template. Interior crew portraits are original app artwork; screenshots and motion capture come from the working prototype.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Evidence: https://github.com/mk-tdev/BatchLens/blob/main/docs/live-cloud-verification.json and research/BatchLens/05_Deployment_and_Verification.md. These are observations from one synthetic case. No production accuracy or measured savings are claimed.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3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7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b="1" sz="21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a. Team name: PixelTrendAnalytics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b. Team leader name: Muthukumar Arunachalam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c. Problem Statement: Trace quality evidence into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    a reviewed inspection plan.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55600" y="1308100"/>
            <a:ext cx="38100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leaking cap.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shipments.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missing link.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55600" y="2870200"/>
            <a:ext cx="36831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investigates.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 review the evidence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and approve decisions.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55600" y="4470400"/>
            <a:ext cx="825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>
                <a:solidFill>
                  <a:srgbClr val="E9BC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case. Real Gemini. Human-reviewed decisions.</a:t>
            </a:r>
            <a:endParaRPr sz="1300">
              <a:solidFill>
                <a:srgbClr val="E9BC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1206" y="1922178"/>
            <a:ext cx="3325587" cy="1870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Opportunities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DIFFERENCE: Gemini selects investigative tools, not just OCR.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SOLUTION: Read sources, trace exposure and seek missing records.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USP: A playable factory with an auditable agent journal.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381000" y="2286000"/>
            <a:ext cx="78741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investigates.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 make the call.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81000" y="3810000"/>
            <a:ext cx="82551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 actions, source-cited findings and visible uncertainty.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Confirmed records control the inspection scope.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556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Mira’s evidence lab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3556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source images. Review quotations and pending identifiers before confirming the baseline.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33020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Sol’s assembly line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33020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calls the trace tool. Deterministic scope keeps unknown shipment mappings unresolved.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62484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Pip’s investigation</a:t>
            </a:r>
            <a:endParaRPr b="1" sz="20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62484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Autonomous tool calls, archive search and cited findings. Human-approved handover with an AI draft.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24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88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8300" y="1320800"/>
            <a:ext cx="1460500" cy="146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3556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01  INVESTIGATE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chooses tools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556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Index and read the evidence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the supplied archive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Trace component exposure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3020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02  REVIEW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Inspect findings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33020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Journal shows tool results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original source citations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or correct candidates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2484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03  HAND OVER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 the decision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62484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baseline and S4 link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Compute deterministic scope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 and export reviewed report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355600" y="4064000"/>
            <a:ext cx="83820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proposes checks and explains evidence. Humans approve facts.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autonomous shipment release, recall or physical inspection.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10" name="Google Shape;110;p17"/>
          <p:cNvCxnSpPr/>
          <p:nvPr/>
        </p:nvCxnSpPr>
        <p:spPr>
          <a:xfrm>
            <a:off x="30480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1" name="Google Shape;111;p17"/>
          <p:cNvCxnSpPr/>
          <p:nvPr/>
        </p:nvCxnSpPr>
        <p:spPr>
          <a:xfrm>
            <a:off x="59944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55600" y="44704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as Pip. Approach a station. Press E to enter the real evidence-review workflow.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78000" y="1270000"/>
            <a:ext cx="5588000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889000" y="13716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5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Playable factory + investigation journal</a:t>
            </a:r>
            <a:endParaRPr b="1" sz="25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89000" y="20193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3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Gemini tool loop</a:t>
            </a:r>
            <a:endParaRPr b="1" sz="23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4445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/ VERTEX AI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Chooses tool + arguments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images; drafts findings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32766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VALIDATED SERVER TOOLS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/ search / trace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Separate human approvals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4" name="Google Shape;134;p19"/>
          <p:cNvSpPr txBox="1"/>
          <p:nvPr/>
        </p:nvSpPr>
        <p:spPr>
          <a:xfrm>
            <a:off x="60960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 journal + candidates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Reviewed snapshots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444500" y="4483100"/>
            <a:ext cx="825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Three.js in the browser. Cloud credentials stay on the server.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6" name="Google Shape;136;p19"/>
          <p:cNvCxnSpPr/>
          <p:nvPr/>
        </p:nvCxnSpPr>
        <p:spPr>
          <a:xfrm>
            <a:off x="4445000" y="1803400"/>
            <a:ext cx="1200" cy="1905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7" name="Google Shape;137;p19"/>
          <p:cNvCxnSpPr/>
          <p:nvPr/>
        </p:nvCxnSpPr>
        <p:spPr>
          <a:xfrm>
            <a:off x="4445000" y="2463800"/>
            <a:ext cx="1200" cy="24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8" name="Google Shape;138;p19"/>
          <p:cNvCxnSpPr/>
          <p:nvPr/>
        </p:nvCxnSpPr>
        <p:spPr>
          <a:xfrm>
            <a:off x="1841500" y="2705100"/>
            <a:ext cx="5460900" cy="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19"/>
          <p:cNvCxnSpPr/>
          <p:nvPr/>
        </p:nvCxnSpPr>
        <p:spPr>
          <a:xfrm>
            <a:off x="1841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9"/>
          <p:cNvCxnSpPr/>
          <p:nvPr/>
        </p:nvCxnSpPr>
        <p:spPr>
          <a:xfrm>
            <a:off x="7302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381000" y="1333500"/>
            <a:ext cx="83184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Flash-Lite via Vertex AI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Function calling, image reading and source-cited findings.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Firestore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tool execution, persistent journal and case ownership.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React, TypeScript, Three.js + FastAPI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Walkable factory, operator review and deterministic tracing.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8" name="Google Shape;158;p21"/>
          <p:cNvSpPr txBox="1"/>
          <p:nvPr/>
        </p:nvSpPr>
        <p:spPr>
          <a:xfrm>
            <a:off x="381000" y="1422400"/>
            <a:ext cx="4127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estimate: pending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59" name="Google Shape;159;p21"/>
          <p:cNvSpPr txBox="1"/>
          <p:nvPr/>
        </p:nvSpPr>
        <p:spPr>
          <a:xfrm>
            <a:off x="381000" y="2133600"/>
            <a:ext cx="8255100" cy="18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minimum / 2 maximum Cloud Run instances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100 model attempts/day shared across all cases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case: 12 agent calls + 8 image-scan attempts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run: 6 model turns / 14 tools / 95 seconds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381000" y="4165600"/>
            <a:ext cx="825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Optional estimate not yet measured. Cloud usage depends on tokens, requests and storage.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These controls limit usage; they are not a monetary spending cap.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355600" y="44831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Real Gemini tool calls and cited findings. Operator approval controls the final scope.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70" name="Google Shape;17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0799" y="1781558"/>
            <a:ext cx="2675100" cy="2139183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2"/>
          <p:cNvSpPr txBox="1"/>
          <p:nvPr/>
        </p:nvSpPr>
        <p:spPr>
          <a:xfrm>
            <a:off x="3937000" y="1524000"/>
            <a:ext cx="4635600" cy="27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investigates.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 review.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Source-cited findings.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clear handover.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80" name="Google Shape;180;p23"/>
          <p:cNvSpPr txBox="1"/>
          <p:nvPr/>
        </p:nvSpPr>
        <p:spPr>
          <a:xfrm>
            <a:off x="381000" y="1371600"/>
            <a:ext cx="4445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66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1,500</a:t>
            </a:r>
            <a:endParaRPr b="1" sz="66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1" name="Google Shape;181;p23"/>
          <p:cNvSpPr txBox="1"/>
          <p:nvPr/>
        </p:nvSpPr>
        <p:spPr>
          <a:xfrm>
            <a:off x="381000" y="2374900"/>
            <a:ext cx="43179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units proposed for inspection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Zero unresolved after review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2" name="Google Shape;182;p23"/>
          <p:cNvSpPr txBox="1"/>
          <p:nvPr/>
        </p:nvSpPr>
        <p:spPr>
          <a:xfrm>
            <a:off x="4953000" y="1397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REAL GEMINI TOOL CALLING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 tool actions / 4 cited findings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14 backend tests passed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approval gates verified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3" name="Google Shape;183;p23"/>
          <p:cNvSpPr txBox="1"/>
          <p:nvPr/>
        </p:nvSpPr>
        <p:spPr>
          <a:xfrm>
            <a:off x="381000" y="4025900"/>
            <a:ext cx="82551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Observed in one synthetic investigation. Gemini chose the tools and archive query.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Draft findings did not approve the baseline, S4 mapping or inspection proposal.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92" name="Google Shape;192;p24"/>
          <p:cNvSpPr txBox="1"/>
          <p:nvPr/>
        </p:nvSpPr>
        <p:spPr>
          <a:xfrm>
            <a:off x="381000" y="1397000"/>
            <a:ext cx="82551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shift: a real-team pilot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3" name="Google Shape;193;p24"/>
          <p:cNvSpPr txBox="1"/>
          <p:nvPr/>
        </p:nvSpPr>
        <p:spPr>
          <a:xfrm>
            <a:off x="381000" y="2032000"/>
            <a:ext cx="82551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a quality team reach a defensible decision with less searching and fewer missed connections?</a:t>
            </a:r>
            <a:endParaRPr sz="2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81000" y="3187700"/>
            <a:ext cx="82551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evidence coverage, review time and mapping errors.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 controlled uploads, external ERP tools and multi-case evaluation.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5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Try BatchLens and inspect the source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GitHub: https://github.com/mk-tdev/BatchLens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video: recording link pending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Live: https://batchlens-hk3hxwi5na-as.a.run.app/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381000" y="2794000"/>
            <a:ext cx="8255100" cy="17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the factory.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Inspect the evidence.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the handover.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